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电动轮椅企业市场调研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课程汇报PPT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人口老龄化推动辅助出行设备需求增长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行业概况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电动轮椅成为重要康复辅助设备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市场规模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全球与中国市场持续增长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产业链结构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上游零部件-中游整机-下游渠道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国内企业TOP10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互邦、鱼跃、英洛华、凯洋等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国内企业特点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制造能力强、性价比高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国外企业TOP5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Sunrise、Invacare、Permobil等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国外企业优势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高端技术与医疗渠道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国内外对比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中国制造 vs 国外高端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轻量化、智能化、养老场景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市场长期增长潜力巨大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